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65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52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31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27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0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31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00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17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9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5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1135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59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88245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664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9764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0082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  <a:solidFill>
            <a:schemeClr val="accent1">
              <a:lumMod val="75000"/>
              <a:alpha val="40000"/>
            </a:schemeClr>
          </a:solidFill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-318"/>
            <a:ext cx="1952272" cy="6853571"/>
            <a:chOff x="6627813" y="195220"/>
            <a:chExt cx="1952625" cy="5678531"/>
          </a:xfrm>
          <a:solidFill>
            <a:schemeClr val="accent1"/>
          </a:solidFill>
        </p:grpSpPr>
        <p:sp>
          <p:nvSpPr>
            <p:cNvPr id="50" name="Freeform 27"/>
            <p:cNvSpPr/>
            <p:nvPr/>
          </p:nvSpPr>
          <p:spPr bwMode="auto">
            <a:xfrm>
              <a:off x="6627813" y="19522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81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Customer Segmentation Using 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06996"/>
            <a:ext cx="8229600" cy="3319168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t>Machine Learning Project</a:t>
            </a:r>
          </a:p>
          <a:p>
            <a:pPr>
              <a:spcAft>
                <a:spcPts val="800"/>
              </a:spcAft>
            </a:pPr>
            <a:r>
              <a:t>K-Means Clustering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66753"/>
            <a:ext cx="8229600" cy="365941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t>• Segment customers into meaningful groups</a:t>
            </a:r>
          </a:p>
          <a:p>
            <a:pPr>
              <a:spcAft>
                <a:spcPts val="800"/>
              </a:spcAft>
            </a:pPr>
            <a:r>
              <a:t>• Identify customer behavior patterns</a:t>
            </a:r>
          </a:p>
          <a:p>
            <a:pPr>
              <a:spcAft>
                <a:spcPts val="800"/>
              </a:spcAft>
            </a:pPr>
            <a:r>
              <a:t>• Provide actionable business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56121"/>
            <a:ext cx="8229600" cy="3670042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t>• 200 Customer Records</a:t>
            </a:r>
          </a:p>
          <a:p>
            <a:pPr>
              <a:spcAft>
                <a:spcPts val="800"/>
              </a:spcAft>
            </a:pPr>
            <a:r>
              <a:t>• 5 Features: CustomerID, Gender, Age, Income, Spending Score</a:t>
            </a:r>
          </a:p>
          <a:p>
            <a:pPr>
              <a:spcAft>
                <a:spcPts val="800"/>
              </a:spcAft>
            </a:pPr>
            <a:r>
              <a:t>• No Missing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02958"/>
            <a:ext cx="8229600" cy="3723205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t>• Dataset loaded using Pandas</a:t>
            </a:r>
          </a:p>
          <a:p>
            <a:pPr>
              <a:spcAft>
                <a:spcPts val="800"/>
              </a:spcAft>
            </a:pPr>
            <a:r>
              <a:t>• Checked data types and missing values</a:t>
            </a:r>
          </a:p>
          <a:p>
            <a:pPr>
              <a:spcAft>
                <a:spcPts val="800"/>
              </a:spcAft>
            </a:pPr>
            <a:r>
              <a:t>• Selected Annual Income &amp; Spending Score for clustering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Model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75097"/>
            <a:ext cx="8229600" cy="3351065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t>K-Means Clustering : Customers were grouped into 3 clusters based on Annual Income and Spending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Cluster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00670"/>
            <a:ext cx="8229600" cy="3425493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t>• Cluster 0: Budget-shoppers – 38 customers</a:t>
            </a:r>
          </a:p>
          <a:p>
            <a:pPr>
              <a:spcAft>
                <a:spcPts val="800"/>
              </a:spcAft>
            </a:pPr>
            <a:r>
              <a:t>• Cluster 1: High-spenders – 39 customers</a:t>
            </a:r>
          </a:p>
          <a:p>
            <a:pPr>
              <a:spcAft>
                <a:spcPts val="800"/>
              </a:spcAft>
            </a:pPr>
            <a:r>
              <a:t>• Cluster 2: Occasional buyers – 123 customers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Key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64735"/>
            <a:ext cx="8229600" cy="3861428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t>• High-spenders have high income and high spending scores</a:t>
            </a:r>
          </a:p>
          <a:p>
            <a:pPr>
              <a:spcAft>
                <a:spcPts val="800"/>
              </a:spcAft>
            </a:pPr>
            <a:r>
              <a:t>• Budget-shoppers have high income but low spending scores</a:t>
            </a:r>
          </a:p>
          <a:p>
            <a:pPr>
              <a:spcAft>
                <a:spcPts val="800"/>
              </a:spcAft>
            </a:pPr>
            <a:r>
              <a:t>• Occasional buyers form the largest customer segment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626242"/>
            <a:ext cx="8229600" cy="3499921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t>• Offer premium rewards to high-spenders</a:t>
            </a:r>
          </a:p>
          <a:p>
            <a:pPr>
              <a:spcAft>
                <a:spcPts val="800"/>
              </a:spcAft>
            </a:pPr>
            <a:r>
              <a:t>• Use targeted promotions for budget-shoppers</a:t>
            </a:r>
          </a:p>
          <a:p>
            <a:pPr>
              <a:spcAft>
                <a:spcPts val="800"/>
              </a:spcAft>
            </a:pPr>
            <a:r>
              <a:t>• Create engagement campaigns for occasional buyers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11302"/>
            <a:ext cx="8229600" cy="3414861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t>• K-Means successfully grouped customers into 3 segments</a:t>
            </a:r>
          </a:p>
          <a:p>
            <a:pPr>
              <a:spcAft>
                <a:spcPts val="800"/>
              </a:spcAft>
            </a:pPr>
            <a:r>
              <a:t>• Segmentation reveals distinct income-spending patterns</a:t>
            </a:r>
          </a:p>
          <a:p>
            <a:pPr>
              <a:spcAft>
                <a:spcPts val="800"/>
              </a:spcAft>
            </a:pPr>
            <a:r>
              <a:t>• Customer segments can support targeted marketing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Red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F20B7C8E-B819-43F3-AAF9-EE50B1A836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</TotalTime>
  <Words>122</Words>
  <Application>Microsoft Office PowerPoint</Application>
  <PresentationFormat>On-screen Show (4:3)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Wisp</vt:lpstr>
      <vt:lpstr>Telecom Customer Churn Prediction</vt:lpstr>
      <vt:lpstr>Project Objective</vt:lpstr>
      <vt:lpstr>Dataset Overview</vt:lpstr>
      <vt:lpstr>Data Preprocessing</vt:lpstr>
      <vt:lpstr>Models Used</vt:lpstr>
      <vt:lpstr>Evaluation Metrics</vt:lpstr>
      <vt:lpstr>Key Insight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Ashwin Kumar</cp:lastModifiedBy>
  <cp:revision>2</cp:revision>
  <dcterms:created xsi:type="dcterms:W3CDTF">2013-01-27T09:14:16Z</dcterms:created>
  <dcterms:modified xsi:type="dcterms:W3CDTF">2026-02-18T16:39:54Z</dcterms:modified>
  <cp:category/>
</cp:coreProperties>
</file>